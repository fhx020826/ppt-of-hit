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59" r:id="rId4"/>
    <p:sldId id="268" r:id="rId5"/>
    <p:sldId id="261" r:id="rId6"/>
    <p:sldId id="262" r:id="rId7"/>
    <p:sldId id="263" r:id="rId8"/>
    <p:sldId id="264" r:id="rId9"/>
    <p:sldId id="267" r:id="rId1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3D3D49"/>
    <a:srgbClr val="FEA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0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6553200" y="1629055"/>
            <a:ext cx="3600026" cy="3600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586" y="1629055"/>
            <a:ext cx="3604259" cy="3600026"/>
          </a:xfrm>
          <a:prstGeom prst="ellipse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5796280" cy="672450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20470" y="1787843"/>
            <a:ext cx="3282315" cy="3282315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阿源设计-您好"/>
          <p:cNvSpPr>
            <a:spLocks noGrp="1"/>
          </p:cNvSpPr>
          <p:nvPr/>
        </p:nvSpPr>
        <p:spPr>
          <a:xfrm>
            <a:off x="7778442" y="5456466"/>
            <a:ext cx="2881208" cy="6001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  <a:sym typeface="+mn-ea"/>
              </a:rPr>
              <a:t>哈尔滨工业大学</a:t>
            </a:r>
            <a:endParaRPr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华康宋体W7(P)" panose="02020700000000000000" charset="-122"/>
              <a:ea typeface="华康宋体W7(P)" panose="020207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58584" y="6056630"/>
            <a:ext cx="432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汇报人：</a:t>
            </a:r>
            <a:r>
              <a:rPr lang="zh-CN" altLang="en-US" sz="1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竹溪文社 </a:t>
            </a:r>
            <a:endParaRPr lang="en-US" altLang="zh-CN" sz="1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汇报时间</a:t>
            </a:r>
            <a:r>
              <a:rPr lang="zh-CN" altLang="en-US" sz="1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公众号</a:t>
            </a:r>
            <a:r>
              <a:rPr lang="en-US" altLang="zh-CN" sz="1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Arial" panose="020B0604020202020204" pitchFamily="34" charset="0"/>
              </a:rPr>
              <a:t>qq1689929593</a:t>
            </a:r>
            <a:endParaRPr lang="en-US" altLang="zh-CN" sz="1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</a:endParaRPr>
          </a:p>
        </p:txBody>
      </p:sp>
      <p:sp>
        <p:nvSpPr>
          <p:cNvPr id="15" name="阿源设计-您好"/>
          <p:cNvSpPr>
            <a:spLocks noGrp="1"/>
          </p:cNvSpPr>
          <p:nvPr/>
        </p:nvSpPr>
        <p:spPr>
          <a:xfrm>
            <a:off x="1659255" y="3068998"/>
            <a:ext cx="2404745" cy="72000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" panose="02040604050505020304" charset="0"/>
                <a:ea typeface="微软雅黑" panose="020B0503020204020204" charset="-122"/>
              </a:rPr>
              <a:t>作品集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charset="0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DFE42C-D066-45C3-9A74-C90967442C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3" t="25855" r="20410" b="14357"/>
          <a:stretch/>
        </p:blipFill>
        <p:spPr>
          <a:xfrm>
            <a:off x="1355786" y="1787842"/>
            <a:ext cx="3059308" cy="32823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阿源设计-您好"/>
          <p:cNvSpPr>
            <a:spLocks noGrp="1"/>
          </p:cNvSpPr>
          <p:nvPr>
            <p:ph type="ctrTitle"/>
          </p:nvPr>
        </p:nvSpPr>
        <p:spPr>
          <a:xfrm>
            <a:off x="656590" y="689928"/>
            <a:ext cx="2835275" cy="600075"/>
          </a:xfrm>
        </p:spPr>
        <p:txBody>
          <a:bodyPr wrap="square" lIns="0" tIns="0" rIns="0" bIns="0" anchor="ctr" anchorCtr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我是甄美丽</a:t>
            </a:r>
            <a:endParaRPr lang="en-US" altLang="zh-CN" sz="3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5315" y="5365750"/>
            <a:ext cx="3492026" cy="8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首次工作：2001-5或应届</a:t>
            </a:r>
          </a:p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婚姻情况：已婚已育或未婚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5315" y="4269105"/>
            <a:ext cx="3492026" cy="8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手机号码：186 025 88888</a:t>
            </a:r>
          </a:p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电子邮箱：jobs@docer.com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5315" y="3172460"/>
            <a:ext cx="3492026" cy="8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民族：汉族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现居城市：江苏-南京市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5315" y="2075815"/>
            <a:ext cx="3492026" cy="8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身高：173cm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最高学历：硕士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 descr="1-1-女-_0003_图层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530" y="641350"/>
            <a:ext cx="2520019" cy="2520019"/>
          </a:xfrm>
          <a:prstGeom prst="ellipse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129649" y="3335655"/>
            <a:ext cx="2532380" cy="1579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The significant inscription found on an old key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 "If I rest I rust" 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would be an excellent motto for those who are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afflicted with the slightest taint of idleness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Even the most industrious might adopt it with advantage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to serve as a reminder that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if one allows his faculties to rest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like the iron in the unused key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they will soon show signs of rust and</a:t>
            </a:r>
          </a:p>
          <a:p>
            <a:pPr algn="l">
              <a:lnSpc>
                <a:spcPct val="11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ultimately, cannot do the work required of them</a:t>
            </a:r>
          </a:p>
          <a:p>
            <a:pPr algn="l">
              <a:lnSpc>
                <a:spcPct val="110000"/>
              </a:lnSpc>
            </a:pP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1073785" y="1976120"/>
            <a:ext cx="28359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MY WORKS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40435" y="2983230"/>
            <a:ext cx="3102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The significant inscription found on an old key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 "If I rest I rust" 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would be an excellent motto for those who are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afflicted with the slightest taint of idleness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Even the most industrious might adopt it with advantage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to serve as a reminder that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if one allows his faculties to rest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like the iron in the unused key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they will soon show signs of rust and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ultimately, cannot do the work required of them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图片 5" descr="G:\上传盘\_稻壳认证\6-封面-文字类-合同-策划等\_图片\forest\forest-_0002_图层-6.pngforest-_0002_图层-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28649" y="0"/>
            <a:ext cx="6876051" cy="6876051"/>
          </a:xfrm>
          <a:prstGeom prst="rect">
            <a:avLst/>
          </a:prstGeom>
        </p:spPr>
      </p:pic>
      <p:sp>
        <p:nvSpPr>
          <p:cNvPr id="2" name="阿源设计-您好"/>
          <p:cNvSpPr>
            <a:spLocks noGrp="1"/>
          </p:cNvSpPr>
          <p:nvPr>
            <p:ph type="ctrTitle"/>
          </p:nvPr>
        </p:nvSpPr>
        <p:spPr>
          <a:xfrm>
            <a:off x="1348740" y="1475740"/>
            <a:ext cx="2286000" cy="600075"/>
          </a:xfrm>
        </p:spPr>
        <p:txBody>
          <a:bodyPr wrap="none" lIns="0" tIns="0" rIns="0" bIns="0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单张作品名称</a:t>
            </a:r>
          </a:p>
        </p:txBody>
      </p:sp>
      <p:sp>
        <p:nvSpPr>
          <p:cNvPr id="4" name="矩形 3"/>
          <p:cNvSpPr/>
          <p:nvPr/>
        </p:nvSpPr>
        <p:spPr>
          <a:xfrm>
            <a:off x="7125517" y="1796868"/>
            <a:ext cx="3282315" cy="328231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阿源设计-您好"/>
          <p:cNvSpPr>
            <a:spLocks noGrp="1"/>
          </p:cNvSpPr>
          <p:nvPr/>
        </p:nvSpPr>
        <p:spPr>
          <a:xfrm>
            <a:off x="7564302" y="3037975"/>
            <a:ext cx="2404745" cy="8001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4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HI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G:\上传盘\_稻壳认证\6-封面-文字类-合同-策划等\_图片\forest\l-3.jpgl-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7775" y="3427186"/>
            <a:ext cx="5400040" cy="3037114"/>
          </a:xfrm>
          <a:prstGeom prst="rect">
            <a:avLst/>
          </a:prstGeom>
        </p:spPr>
      </p:pic>
      <p:sp>
        <p:nvSpPr>
          <p:cNvPr id="2" name="阿源设计-您好"/>
          <p:cNvSpPr>
            <a:spLocks noGrp="1"/>
          </p:cNvSpPr>
          <p:nvPr>
            <p:ph type="ctrTitle"/>
          </p:nvPr>
        </p:nvSpPr>
        <p:spPr>
          <a:xfrm>
            <a:off x="425768" y="639128"/>
            <a:ext cx="2032000" cy="800100"/>
          </a:xfrm>
        </p:spPr>
        <p:txBody>
          <a:bodyPr wrap="none" lIns="0" tIns="0" rIns="0" bIns="0" anchor="ctr" anchorCtr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两张作品</a:t>
            </a:r>
          </a:p>
        </p:txBody>
      </p:sp>
      <p:pic>
        <p:nvPicPr>
          <p:cNvPr id="4" name="图片 3" descr="G:\上传盘\_稻壳认证\6-封面-文字类-合同-策划等\_图片\forest\l-1.jpgl-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4185" y="3427556"/>
            <a:ext cx="5400040" cy="303674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6250" y="1010920"/>
            <a:ext cx="28359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WORKS ONE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12900" y="2018030"/>
            <a:ext cx="31026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The significant inscription found on an old key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 "If I rest I rust" 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would be an excellent motto for those who are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afflicted with the slightest taint of idleness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Even the most industrious might adopt it with advantage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菱形 8"/>
          <p:cNvSpPr/>
          <p:nvPr/>
        </p:nvSpPr>
        <p:spPr>
          <a:xfrm>
            <a:off x="3020060" y="1700530"/>
            <a:ext cx="288290" cy="288290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09840" y="1010920"/>
            <a:ext cx="28359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WORKS TWO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76490" y="2018030"/>
            <a:ext cx="31026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would be an excellent motto for those who are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afflicted with the slightest taint of idleness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Even the most industrious might adopt it with advantage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8883650" y="1700530"/>
            <a:ext cx="288290" cy="288290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G:\上传盘\_稻壳认证\6-封面-文字类-合同-策划等\_图片\forest\l-2.jpgl-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07760" y="112395"/>
            <a:ext cx="5832043" cy="3279775"/>
          </a:xfrm>
          <a:prstGeom prst="rect">
            <a:avLst/>
          </a:prstGeom>
        </p:spPr>
      </p:pic>
      <p:pic>
        <p:nvPicPr>
          <p:cNvPr id="10" name="图片 9" descr="G:\上传盘\_稻壳认证\6-封面-文字类-合同-策划等\_图片\forest\forest-_0005_图层-3.pngforest-_0005_图层-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99779" y="3504565"/>
            <a:ext cx="3240024" cy="3240575"/>
          </a:xfrm>
          <a:prstGeom prst="rect">
            <a:avLst/>
          </a:prstGeom>
        </p:spPr>
      </p:pic>
      <p:pic>
        <p:nvPicPr>
          <p:cNvPr id="11" name="图片 10" descr="G:\上传盘\_稻壳认证\6-封面-文字类-合同-策划等\_图片\forest\forest-_0003_图层-5.pngforest-_0003_图层-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45079" y="3504967"/>
            <a:ext cx="3240024" cy="32397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76860" y="3491230"/>
            <a:ext cx="234188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The significant inscription found on an old key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 "If I rest I rust" 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would be an excellent motto for those who are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afflicted with the slightest taint of idleness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Even the most industrious might adopt it with advantage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5895" y="2103120"/>
            <a:ext cx="244284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MY WORKS</a:t>
            </a:r>
          </a:p>
        </p:txBody>
      </p:sp>
      <p:sp>
        <p:nvSpPr>
          <p:cNvPr id="14" name="阿源设计-您好"/>
          <p:cNvSpPr>
            <a:spLocks noGrp="1"/>
          </p:cNvSpPr>
          <p:nvPr>
            <p:ph type="ctrTitle"/>
          </p:nvPr>
        </p:nvSpPr>
        <p:spPr>
          <a:xfrm>
            <a:off x="1031240" y="1602740"/>
            <a:ext cx="1524000" cy="600075"/>
          </a:xfrm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三张作品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G:\上传盘\_稻壳认证\6-封面-文字类-合同-策划等\_图片\forest\l-3.jpgl-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35710" y="653415"/>
            <a:ext cx="9720072" cy="546715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454843" y="1796868"/>
            <a:ext cx="3282315" cy="328231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阿源设计-您好"/>
          <p:cNvSpPr>
            <a:spLocks noGrp="1"/>
          </p:cNvSpPr>
          <p:nvPr/>
        </p:nvSpPr>
        <p:spPr>
          <a:xfrm>
            <a:off x="4893628" y="3037975"/>
            <a:ext cx="2404745" cy="8001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4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HELLO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G:\上传盘\_稻壳认证\6-封面-文字类-合同-策划等\_图片\forest\l-2.jpgl-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300" y="150495"/>
            <a:ext cx="5761358" cy="3240024"/>
          </a:xfrm>
          <a:prstGeom prst="rect">
            <a:avLst/>
          </a:prstGeom>
        </p:spPr>
      </p:pic>
      <p:pic>
        <p:nvPicPr>
          <p:cNvPr id="10" name="图片 9" descr="G:\上传盘\_稻壳认证\6-封面-文字类-合同-策划等\_图片\forest\l-1.jpgl-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78530" y="3504967"/>
            <a:ext cx="4712335" cy="2649855"/>
          </a:xfrm>
          <a:prstGeom prst="rect">
            <a:avLst/>
          </a:prstGeom>
        </p:spPr>
      </p:pic>
      <p:pic>
        <p:nvPicPr>
          <p:cNvPr id="6" name="图片 5" descr="G:\上传盘\_稻壳认证\6-封面-文字类-合同-策划等\_图片\forest\forest-_0003_图层-5.pngforest-_0003_图层-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" y="3504967"/>
            <a:ext cx="3240024" cy="3239770"/>
          </a:xfrm>
          <a:prstGeom prst="rect">
            <a:avLst/>
          </a:prstGeom>
        </p:spPr>
      </p:pic>
      <p:pic>
        <p:nvPicPr>
          <p:cNvPr id="8" name="图片 7" descr="G:\上传盘\_稻壳认证\6-封面-文字类-合同-策划等\_图片\forest\forest-_0003_图层-5.pngforest-_0003_图层-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88400" y="150749"/>
            <a:ext cx="3240024" cy="32397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032240" y="4033520"/>
            <a:ext cx="28359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WORKS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898890" y="5040630"/>
            <a:ext cx="31026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would be an excellent motto for those who are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afflicted with the slightest taint of idleness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sym typeface="+mn-ea"/>
              </a:rPr>
              <a:t>Even the most industrious might adopt it with advantage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菱形 16"/>
          <p:cNvSpPr/>
          <p:nvPr/>
        </p:nvSpPr>
        <p:spPr>
          <a:xfrm>
            <a:off x="10306050" y="4723130"/>
            <a:ext cx="288290" cy="288290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:\上传盘\_稻壳认证\6-封面-文字类-合同-策划等\_图片\forest\forest-_0000_图层-8.pngforest-_0000_图层-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5600" y="469900"/>
            <a:ext cx="2880021" cy="2880021"/>
          </a:xfrm>
          <a:prstGeom prst="rect">
            <a:avLst/>
          </a:prstGeom>
        </p:spPr>
      </p:pic>
      <p:pic>
        <p:nvPicPr>
          <p:cNvPr id="3" name="图片 2" descr="G:\上传盘\_稻壳认证\6-封面-文字类-合同-策划等\_图片\forest\forest-_0001_图层-7.pngforest-_0001_图层-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22616" y="469900"/>
            <a:ext cx="2879725" cy="2880021"/>
          </a:xfrm>
          <a:prstGeom prst="rect">
            <a:avLst/>
          </a:prstGeom>
        </p:spPr>
      </p:pic>
      <p:pic>
        <p:nvPicPr>
          <p:cNvPr id="8" name="图片 7" descr="G:\上传盘\_稻壳认证\6-封面-文字类-合同-策划等\_图片\forest\l-2.jpgl-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5600" y="3441700"/>
            <a:ext cx="5121941" cy="2880021"/>
          </a:xfrm>
          <a:prstGeom prst="rect">
            <a:avLst/>
          </a:prstGeom>
        </p:spPr>
      </p:pic>
      <p:pic>
        <p:nvPicPr>
          <p:cNvPr id="9" name="图片 8" descr="G:\上传盘\_稻壳认证\6-封面-文字类-合同-策划等\_图片\forest\forest-_0003_图层-5.pngforest-_0003_图层-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89336" y="469900"/>
            <a:ext cx="2879725" cy="2880021"/>
          </a:xfrm>
          <a:prstGeom prst="rect">
            <a:avLst/>
          </a:prstGeom>
        </p:spPr>
      </p:pic>
      <p:pic>
        <p:nvPicPr>
          <p:cNvPr id="11" name="图片 10" descr="G:\上传盘\_稻壳认证\6-封面-文字类-合同-策划等\_图片\forest\forest-_0005_图层-3.pngforest-_0005_图层-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565436" y="3441700"/>
            <a:ext cx="2879725" cy="2880021"/>
          </a:xfrm>
          <a:prstGeom prst="rect">
            <a:avLst/>
          </a:prstGeom>
        </p:spPr>
      </p:pic>
      <p:pic>
        <p:nvPicPr>
          <p:cNvPr id="12" name="图片 11" descr="G:\上传盘\_稻壳认证\6-封面-文字类-合同-策划等\_图片\forest\forest-_0002_图层-6.pngforest-_0002_图层-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524727" y="3442166"/>
            <a:ext cx="2879725" cy="28790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413240" y="1696720"/>
            <a:ext cx="244284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</a:rPr>
              <a:t>MY WORKS</a:t>
            </a:r>
          </a:p>
        </p:txBody>
      </p:sp>
      <p:sp>
        <p:nvSpPr>
          <p:cNvPr id="14" name="阿源设计-您好"/>
          <p:cNvSpPr>
            <a:spLocks noGrp="1"/>
          </p:cNvSpPr>
          <p:nvPr>
            <p:ph type="ctrTitle"/>
          </p:nvPr>
        </p:nvSpPr>
        <p:spPr>
          <a:xfrm>
            <a:off x="9413240" y="1196340"/>
            <a:ext cx="1524000" cy="600075"/>
          </a:xfrm>
        </p:spPr>
        <p:txBody>
          <a:bodyPr wrap="none" lIns="0" tIns="0" rIns="0" bIns="0" anchor="ctr" anchorCtr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3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三张作品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4054687" y="1629055"/>
            <a:ext cx="3600026" cy="36000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987" y="1662257"/>
            <a:ext cx="3600026" cy="3566823"/>
          </a:xfrm>
          <a:prstGeom prst="ellipse">
            <a:avLst/>
          </a:prstGeom>
        </p:spPr>
      </p:pic>
      <p:sp>
        <p:nvSpPr>
          <p:cNvPr id="11" name="阿源设计-您好"/>
          <p:cNvSpPr>
            <a:spLocks noGrp="1"/>
          </p:cNvSpPr>
          <p:nvPr/>
        </p:nvSpPr>
        <p:spPr>
          <a:xfrm>
            <a:off x="4893628" y="690563"/>
            <a:ext cx="2404745" cy="8001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" panose="02040604050505020304" charset="0"/>
                <a:ea typeface="微软雅黑" panose="020B0503020204020204" charset="-122"/>
              </a:rPr>
              <a:t>THANKS</a:t>
            </a:r>
          </a:p>
        </p:txBody>
      </p:sp>
      <p:sp>
        <p:nvSpPr>
          <p:cNvPr id="13" name="阿源设计-您好"/>
          <p:cNvSpPr>
            <a:spLocks noGrp="1"/>
          </p:cNvSpPr>
          <p:nvPr/>
        </p:nvSpPr>
        <p:spPr>
          <a:xfrm>
            <a:off x="5326560" y="5429901"/>
            <a:ext cx="1538883" cy="54162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康宋体W7(P)" panose="02020700000000000000" charset="-122"/>
                <a:ea typeface="华康宋体W7(P)" panose="02020700000000000000" charset="-122"/>
                <a:sym typeface="+mn-ea"/>
              </a:rPr>
              <a:t>竹溪文社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宽屏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华康宋体W7(P)</vt:lpstr>
      <vt:lpstr>微软雅黑</vt:lpstr>
      <vt:lpstr>Arial</vt:lpstr>
      <vt:lpstr>Calibri</vt:lpstr>
      <vt:lpstr>Calibri Light</vt:lpstr>
      <vt:lpstr>Century</vt:lpstr>
      <vt:lpstr>Office 主题</vt:lpstr>
      <vt:lpstr>PowerPoint 演示文稿</vt:lpstr>
      <vt:lpstr>我是甄美丽</vt:lpstr>
      <vt:lpstr>单张作品名称</vt:lpstr>
      <vt:lpstr>两张作品</vt:lpstr>
      <vt:lpstr>三张作品</vt:lpstr>
      <vt:lpstr>PowerPoint 演示文稿</vt:lpstr>
      <vt:lpstr>PowerPoint 演示文稿</vt:lpstr>
      <vt:lpstr>三张作品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1106786918@qq.com</cp:lastModifiedBy>
  <cp:revision>158</cp:revision>
  <dcterms:created xsi:type="dcterms:W3CDTF">2018-03-06T13:19:00Z</dcterms:created>
  <dcterms:modified xsi:type="dcterms:W3CDTF">2019-10-20T12:04:27Z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2052-10.1.0.7468</vt:lpwstr>
  </property>
</Properties>
</file>